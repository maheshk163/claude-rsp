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27432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1115568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1956816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2798064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3639312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448056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96512" y="27432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96512" y="1115568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1956816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96512" y="2798064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96512" y="3639312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96512" y="448056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01184" y="27432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01184" y="1115568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01184" y="1956816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1184" y="2798064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01184" y="3639312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01184" y="448056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05856" y="27432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05856" y="1115568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1956816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05856" y="2798064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05856" y="3639312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05856" y="448056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0528" y="27432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0528" y="1115568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0528" y="1956816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0528" y="2798064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0528" y="3639312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0528" y="448056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27432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1115568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1956816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2798064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0" y="3639312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448056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19872" y="27432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9872" y="1115568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9872" y="1956816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19872" y="2798064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19872" y="3639312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19872" y="448056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24544" y="27432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24544" y="1115568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24544" y="1956816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24544" y="2798064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24544" y="3639312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24544" y="4480560"/>
            <a:ext cx="34747" cy="34747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1645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38404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Compliance Improvements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6720840" y="292608"/>
            <a:ext cx="2084832" cy="530352"/>
          </a:xfrm>
          <a:prstGeom prst="roundRect">
            <a:avLst>
              <a:gd name="adj" fmla="val 13793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76288" y="402336"/>
            <a:ext cx="146304" cy="146304"/>
          </a:xfrm>
          <a:prstGeom prst="ellipse">
            <a:avLst/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77456" y="38404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76288" y="585216"/>
            <a:ext cx="146304" cy="146304"/>
          </a:xfrm>
          <a:prstGeom prst="ellipse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77456" y="5669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01168" y="896112"/>
            <a:ext cx="4187952" cy="1901952"/>
          </a:xfrm>
          <a:prstGeom prst="roundRect">
            <a:avLst>
              <a:gd name="adj" fmla="val 5769"/>
            </a:avLst>
          </a:prstGeom>
          <a:solidFill>
            <a:srgbClr val="16263D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2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01168" y="1060704"/>
            <a:ext cx="45720" cy="1572768"/>
          </a:xfrm>
          <a:prstGeom prst="roundRect">
            <a:avLst>
              <a:gd name="adj" fmla="val 40000"/>
            </a:avLst>
          </a:prstGeom>
          <a:solidFill>
            <a:srgbClr val="4C9BE8">
              <a:alpha val="80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" y="101498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84048" y="1207008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9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4C9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</a:t>
            </a:r>
            <a:endParaRPr lang="en-US" sz="3000" dirty="0"/>
          </a:p>
        </p:txBody>
      </p:sp>
      <p:sp>
        <p:nvSpPr>
          <p:cNvPr id="61" name="Text 59"/>
          <p:cNvSpPr/>
          <p:nvPr/>
        </p:nvSpPr>
        <p:spPr>
          <a:xfrm>
            <a:off x="384048" y="213969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locked via WORM — unalterable by anyone, including admins.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560320" y="1097280"/>
            <a:ext cx="16459" cy="1499616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88336" y="1682496"/>
            <a:ext cx="475488" cy="822960"/>
          </a:xfrm>
          <a:prstGeom prst="roundRect">
            <a:avLst>
              <a:gd name="adj" fmla="val 7692"/>
            </a:avLst>
          </a:prstGeom>
          <a:solidFill>
            <a:srgbClr val="F4820A">
              <a:alpha val="10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19856" y="1682496"/>
            <a:ext cx="475488" cy="822960"/>
          </a:xfrm>
          <a:prstGeom prst="roundRect">
            <a:avLst>
              <a:gd name="adj" fmla="val 7692"/>
            </a:avLst>
          </a:prstGeom>
          <a:solidFill>
            <a:srgbClr val="4C9BE8">
              <a:alpha val="10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88336" y="1682496"/>
            <a:ext cx="475488" cy="822960"/>
          </a:xfrm>
          <a:prstGeom prst="roundRect">
            <a:avLst>
              <a:gd name="adj" fmla="val 7692"/>
            </a:avLst>
          </a:prstGeom>
          <a:solidFill>
            <a:srgbClr val="F4820A">
              <a:alpha val="95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88336" y="173736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/ Vulnerable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419856" y="2286000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4C9BE8">
              <a:alpha val="95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19856" y="228600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✓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651760" y="2505456"/>
            <a:ext cx="1280160" cy="1828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64992" y="255117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Locked ✓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84048" y="2560320"/>
            <a:ext cx="1298448" cy="201168"/>
          </a:xfrm>
          <a:prstGeom prst="roundRect">
            <a:avLst>
              <a:gd name="adj" fmla="val 27273"/>
            </a:avLst>
          </a:prstGeom>
          <a:solidFill>
            <a:srgbClr val="4C9BE8">
              <a:alpha val="18000"/>
            </a:srgbClr>
          </a:solidFill>
          <a:ln w="12700">
            <a:solidFill>
              <a:srgbClr val="4C9BE8">
                <a:alpha val="5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4048" y="25603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590288" y="896112"/>
            <a:ext cx="4187952" cy="1901952"/>
          </a:xfrm>
          <a:prstGeom prst="roundRect">
            <a:avLst>
              <a:gd name="adj" fmla="val 5769"/>
            </a:avLst>
          </a:prstGeom>
          <a:solidFill>
            <a:srgbClr val="16263D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2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590288" y="1060704"/>
            <a:ext cx="45720" cy="1572768"/>
          </a:xfrm>
          <a:prstGeom prst="roundRect">
            <a:avLst>
              <a:gd name="adj" fmla="val 40000"/>
            </a:avLst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73168" y="101498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WINDOW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773168" y="1207008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−85%</a:t>
            </a:r>
            <a:endParaRPr lang="en-US" sz="4400" dirty="0"/>
          </a:p>
        </p:txBody>
      </p:sp>
      <p:sp>
        <p:nvSpPr>
          <p:cNvPr id="77" name="Text 75"/>
          <p:cNvSpPr/>
          <p:nvPr/>
        </p:nvSpPr>
        <p:spPr>
          <a:xfrm>
            <a:off x="4773168" y="213969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8–12 hour full backups to 30–45 min incremental-forever runs.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949440" y="1097280"/>
            <a:ext cx="16459" cy="1499616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77456" y="1682496"/>
            <a:ext cx="475488" cy="822960"/>
          </a:xfrm>
          <a:prstGeom prst="roundRect">
            <a:avLst>
              <a:gd name="adj" fmla="val 7692"/>
            </a:avLst>
          </a:prstGeom>
          <a:solidFill>
            <a:srgbClr val="F4820A">
              <a:alpha val="10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08976" y="1682496"/>
            <a:ext cx="475488" cy="822960"/>
          </a:xfrm>
          <a:prstGeom prst="roundRect">
            <a:avLst>
              <a:gd name="adj" fmla="val 7692"/>
            </a:avLst>
          </a:prstGeom>
          <a:solidFill>
            <a:srgbClr val="4C9BE8">
              <a:alpha val="10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77456" y="1682496"/>
            <a:ext cx="475488" cy="822960"/>
          </a:xfrm>
          <a:prstGeom prst="roundRect">
            <a:avLst>
              <a:gd name="adj" fmla="val 7692"/>
            </a:avLst>
          </a:prstGeom>
          <a:solidFill>
            <a:srgbClr val="F4820A">
              <a:alpha val="95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77456" y="173736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Hours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808976" y="2382012"/>
            <a:ext cx="475488" cy="123444"/>
          </a:xfrm>
          <a:prstGeom prst="roundRect">
            <a:avLst>
              <a:gd name="adj" fmla="val 29630"/>
            </a:avLst>
          </a:prstGeom>
          <a:solidFill>
            <a:srgbClr val="4C9BE8">
              <a:alpha val="95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40880" y="2505456"/>
            <a:ext cx="1280160" cy="1828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754112" y="255117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Min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773168" y="2560320"/>
            <a:ext cx="1298448" cy="201168"/>
          </a:xfrm>
          <a:prstGeom prst="roundRect">
            <a:avLst>
              <a:gd name="adj" fmla="val 27273"/>
            </a:avLst>
          </a:prstGeom>
          <a:solidFill>
            <a:srgbClr val="FFB703">
              <a:alpha val="18000"/>
            </a:srgbClr>
          </a:solidFill>
          <a:ln w="12700">
            <a:solidFill>
              <a:srgbClr val="FFB703">
                <a:alpha val="55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73168" y="25603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−85% FASTER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01168" y="2926080"/>
            <a:ext cx="4187952" cy="1901952"/>
          </a:xfrm>
          <a:prstGeom prst="roundRect">
            <a:avLst>
              <a:gd name="adj" fmla="val 5769"/>
            </a:avLst>
          </a:prstGeom>
          <a:solidFill>
            <a:srgbClr val="16263D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28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201168" y="3090672"/>
            <a:ext cx="45720" cy="1572768"/>
          </a:xfrm>
          <a:prstGeom prst="roundRect">
            <a:avLst>
              <a:gd name="adj" fmla="val 40000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84048" y="304495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SAVINGS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84048" y="3236976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3:1</a:t>
            </a:r>
            <a:endParaRPr lang="en-US" sz="4400" dirty="0"/>
          </a:p>
        </p:txBody>
      </p:sp>
      <p:sp>
        <p:nvSpPr>
          <p:cNvPr id="92" name="Text 90"/>
          <p:cNvSpPr/>
          <p:nvPr/>
        </p:nvSpPr>
        <p:spPr>
          <a:xfrm>
            <a:off x="384048" y="416966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global deduplication + compression across all Oracle environments.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560320" y="3127248"/>
            <a:ext cx="16459" cy="1499616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688336" y="3712464"/>
            <a:ext cx="475488" cy="822960"/>
          </a:xfrm>
          <a:prstGeom prst="roundRect">
            <a:avLst>
              <a:gd name="adj" fmla="val 7692"/>
            </a:avLst>
          </a:prstGeom>
          <a:solidFill>
            <a:srgbClr val="F4820A">
              <a:alpha val="10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19856" y="3712464"/>
            <a:ext cx="475488" cy="822960"/>
          </a:xfrm>
          <a:prstGeom prst="roundRect">
            <a:avLst>
              <a:gd name="adj" fmla="val 7692"/>
            </a:avLst>
          </a:prstGeom>
          <a:solidFill>
            <a:srgbClr val="4C9BE8">
              <a:alpha val="10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688336" y="3712464"/>
            <a:ext cx="475488" cy="822960"/>
          </a:xfrm>
          <a:prstGeom prst="roundRect">
            <a:avLst>
              <a:gd name="adj" fmla="val 7692"/>
            </a:avLst>
          </a:prstGeom>
          <a:solidFill>
            <a:srgbClr val="F4820A">
              <a:alpha val="95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688336" y="376732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Raw footprint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3419856" y="4263847"/>
            <a:ext cx="475488" cy="271577"/>
          </a:xfrm>
          <a:prstGeom prst="roundRect">
            <a:avLst>
              <a:gd name="adj" fmla="val 13468"/>
            </a:avLst>
          </a:prstGeom>
          <a:solidFill>
            <a:srgbClr val="4C9BE8">
              <a:alpha val="95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651760" y="4535424"/>
            <a:ext cx="1280160" cy="1828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364992" y="45811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3:1 Reduced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384048" y="4590288"/>
            <a:ext cx="1298448" cy="201168"/>
          </a:xfrm>
          <a:prstGeom prst="roundRect">
            <a:avLst>
              <a:gd name="adj" fmla="val 27273"/>
            </a:avLst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55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84048" y="45902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 SAVED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590288" y="2926080"/>
            <a:ext cx="4187952" cy="1901952"/>
          </a:xfrm>
          <a:prstGeom prst="roundRect">
            <a:avLst>
              <a:gd name="adj" fmla="val 5769"/>
            </a:avLst>
          </a:prstGeom>
          <a:solidFill>
            <a:srgbClr val="16263D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28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4590288" y="3090672"/>
            <a:ext cx="45720" cy="1572768"/>
          </a:xfrm>
          <a:prstGeom prst="roundRect">
            <a:avLst>
              <a:gd name="adj" fmla="val 40000"/>
            </a:avLst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73168" y="304495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773168" y="3236976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−70%+</a:t>
            </a:r>
            <a:endParaRPr lang="en-US" sz="3400" dirty="0"/>
          </a:p>
        </p:txBody>
      </p:sp>
      <p:sp>
        <p:nvSpPr>
          <p:cNvPr id="107" name="Text 105"/>
          <p:cNvSpPr/>
          <p:nvPr/>
        </p:nvSpPr>
        <p:spPr>
          <a:xfrm>
            <a:off x="4773168" y="416966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changed blocks transit the network after the initial baseline sync.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6949440" y="3127248"/>
            <a:ext cx="16459" cy="1499616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077456" y="3712464"/>
            <a:ext cx="475488" cy="822960"/>
          </a:xfrm>
          <a:prstGeom prst="roundRect">
            <a:avLst>
              <a:gd name="adj" fmla="val 7692"/>
            </a:avLst>
          </a:prstGeom>
          <a:solidFill>
            <a:srgbClr val="F4820A">
              <a:alpha val="10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808976" y="3712464"/>
            <a:ext cx="475488" cy="822960"/>
          </a:xfrm>
          <a:prstGeom prst="roundRect">
            <a:avLst>
              <a:gd name="adj" fmla="val 7692"/>
            </a:avLst>
          </a:prstGeom>
          <a:solidFill>
            <a:srgbClr val="4C9BE8">
              <a:alpha val="10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77456" y="3712464"/>
            <a:ext cx="475488" cy="822960"/>
          </a:xfrm>
          <a:prstGeom prst="roundRect">
            <a:avLst>
              <a:gd name="adj" fmla="val 7692"/>
            </a:avLst>
          </a:prstGeom>
          <a:solidFill>
            <a:srgbClr val="F4820A">
              <a:alpha val="95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077456" y="376732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every cycle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7808976" y="4288536"/>
            <a:ext cx="475488" cy="246888"/>
          </a:xfrm>
          <a:prstGeom prst="roundRect">
            <a:avLst>
              <a:gd name="adj" fmla="val 14815"/>
            </a:avLst>
          </a:prstGeom>
          <a:solidFill>
            <a:srgbClr val="4C9BE8">
              <a:alpha val="95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040880" y="4535424"/>
            <a:ext cx="1280160" cy="1828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754112" y="45811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blocks only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773168" y="4590288"/>
            <a:ext cx="1298448" cy="201168"/>
          </a:xfrm>
          <a:prstGeom prst="roundRect">
            <a:avLst>
              <a:gd name="adj" fmla="val 27273"/>
            </a:avLst>
          </a:prstGeom>
          <a:solidFill>
            <a:srgbClr val="FFB703">
              <a:alpha val="18000"/>
            </a:srgbClr>
          </a:solidFill>
          <a:ln w="12700">
            <a:solidFill>
              <a:srgbClr val="FFB703">
                <a:alpha val="5500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773168" y="45902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SAVED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2026-06-25T22:36:39Z</dcterms:created>
  <dcterms:modified xsi:type="dcterms:W3CDTF">2026-06-25T22:36:39Z</dcterms:modified>
</cp:coreProperties>
</file>